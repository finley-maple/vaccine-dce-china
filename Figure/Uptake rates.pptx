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9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F0F1B3-1592-AB89-0256-94B4AE369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21CAA6-D60F-801C-E87D-9113AC3DA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C2F170-2A87-CF26-B728-84BD14004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AF0A-64AE-48A1-8742-2D668BE1DB2F}" type="datetimeFigureOut">
              <a:rPr lang="zh-CN" altLang="en-US" smtClean="0"/>
              <a:t>2023/3/22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BE6AE3-55D3-8CB2-03B6-559CD6E1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A125A9-65A4-EA54-62B6-762F6721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DABB7-47D6-485F-8E44-63AB6E4D6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976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C1658-E1F0-9AEE-5B0E-6C885E05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BED50-CFAA-3B9D-78BD-7F91D3173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80CFCC-A311-876E-B25A-164B9D608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AF0A-64AE-48A1-8742-2D668BE1DB2F}" type="datetimeFigureOut">
              <a:rPr lang="zh-CN" altLang="en-US" smtClean="0"/>
              <a:t>2023/3/22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EABC11-6C8F-5B6D-B173-BFB8872D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98FBD-A49F-9E43-D924-FC62403B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DABB7-47D6-485F-8E44-63AB6E4D6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062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2E47EC-A308-14A3-8B5B-A799F6BBF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6FE279-6115-B180-6468-142424EF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A72B21-A792-9A33-E2B0-2DFEBDC9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AF0A-64AE-48A1-8742-2D668BE1DB2F}" type="datetimeFigureOut">
              <a:rPr lang="zh-CN" altLang="en-US" smtClean="0"/>
              <a:t>2023/3/22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EA8B76-4FA5-4AE6-F040-066DC9CB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E15CA2-3593-DAC9-5FE2-AD0ED4A44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DABB7-47D6-485F-8E44-63AB6E4D6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83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4B07F-3953-FE2D-4972-3713DF2DB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61EE46-E105-5F0A-51B9-9C4F72A49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412A79-509C-E6F6-34C5-7DFA7F487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CC82DA-47CE-1CEB-B947-40A78D09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AF0A-64AE-48A1-8742-2D668BE1DB2F}" type="datetimeFigureOut">
              <a:rPr lang="zh-CN" altLang="en-US" smtClean="0"/>
              <a:t>2023/3/22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49F02E-9B41-7150-DFE5-55D6B1EE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99820D-85E1-EFCE-4DFF-224CC3CA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DABB7-47D6-485F-8E44-63AB6E4D6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9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42CF2-C012-A621-4655-45C7C6BE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35E616-BDF0-3BA5-A44A-B6DFD3A3D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C7CD2C-AAD5-FF53-3A82-5E5624A2E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A2078B-5FBD-F291-D03F-7F5193AC4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0C29BB-AD6E-9184-CBD1-448E272F3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24ACEB4-DFB2-C45C-C3F4-59ED1C47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AF0A-64AE-48A1-8742-2D668BE1DB2F}" type="datetimeFigureOut">
              <a:rPr lang="zh-CN" altLang="en-US" smtClean="0"/>
              <a:t>2023/3/22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FBC3903-2FEF-167F-1102-A93E8CA97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E5A649-6E4F-2D3C-DEF8-6286C9BB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DABB7-47D6-485F-8E44-63AB6E4D6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662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25949-1999-8A82-67E8-2192DF26C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E15B25-2710-1EB9-52CA-EDD0562A4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AF0A-64AE-48A1-8742-2D668BE1DB2F}" type="datetimeFigureOut">
              <a:rPr lang="zh-CN" altLang="en-US" smtClean="0"/>
              <a:t>2023/3/22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75B552-798B-597E-22B0-CBC8B389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484254-7529-1143-A946-A7F6B1747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DABB7-47D6-485F-8E44-63AB6E4D6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420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365BD1-3EFA-64A7-4C93-B257553F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AF0A-64AE-48A1-8742-2D668BE1DB2F}" type="datetimeFigureOut">
              <a:rPr lang="zh-CN" altLang="en-US" smtClean="0"/>
              <a:t>2023/3/22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37BCD51-1F1D-9D9E-F4B2-052E9E76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A9A329-9350-2202-E2C5-65D3DA1E1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DABB7-47D6-485F-8E44-63AB6E4D6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046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BECF9-F1E6-D912-33CB-CB316B875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0F07B6-D1D7-E54F-2602-DF8C2822F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FE1C33-38E4-EC82-90AC-D0E52089E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5CBC87-EA09-2972-37BD-E05B0AD1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AF0A-64AE-48A1-8742-2D668BE1DB2F}" type="datetimeFigureOut">
              <a:rPr lang="zh-CN" altLang="en-US" smtClean="0"/>
              <a:t>2023/3/22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E03E2C-A19D-F4BC-2272-C9BA120AA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0465C2-81C3-22E5-307C-B0AE0373C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DABB7-47D6-485F-8E44-63AB6E4D6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534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8224BB-9C69-561A-EC4E-3CEEDA66C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D7B3D6-6878-8D47-404C-0A1E32AD2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A7989E-C175-FF3D-6B2D-205B76A8B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534AA5-915C-0246-F507-EAB8B0641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AF0A-64AE-48A1-8742-2D668BE1DB2F}" type="datetimeFigureOut">
              <a:rPr lang="zh-CN" altLang="en-US" smtClean="0"/>
              <a:t>2023/3/22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8E5FA6-A1B3-2976-6B62-10F90F73E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646907-B05F-61DC-7E25-EAE9D4EE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DABB7-47D6-485F-8E44-63AB6E4D6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180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DD03A-0C7D-6287-9C19-8E48334D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261354-B37B-76C1-7484-D98BC0AB1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473EB2-63EA-F5FE-C153-10FDD2616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AF0A-64AE-48A1-8742-2D668BE1DB2F}" type="datetimeFigureOut">
              <a:rPr lang="zh-CN" altLang="en-US" smtClean="0"/>
              <a:t>2023/3/22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7EB3D1-8792-A6FE-EFC5-20A6DFFCB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37D9E8-083B-80F4-43DD-1341DB72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DABB7-47D6-485F-8E44-63AB6E4D6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551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D90FD6-0FF0-89DA-DD63-50A46F42E2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A83873-BFA3-94C1-842D-D1038D030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12C99B-0ACD-552A-56DB-863D44007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AF0A-64AE-48A1-8742-2D668BE1DB2F}" type="datetimeFigureOut">
              <a:rPr lang="zh-CN" altLang="en-US" smtClean="0"/>
              <a:t>2023/3/22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F5DDC8-95BA-9EB6-D1F2-772DF6589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6A550B-8AE5-0C42-5BE6-388CD95E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DABB7-47D6-485F-8E44-63AB6E4D6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27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3F8DDF-FB70-18AE-4C27-B4D98FB95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5805AB-0363-9A65-9ADC-7E2FAE4C3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7D7D13-8287-8FF9-2667-9FEA184746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BAF0A-64AE-48A1-8742-2D668BE1DB2F}" type="datetimeFigureOut">
              <a:rPr lang="zh-CN" altLang="en-US" smtClean="0"/>
              <a:t>2023/3/22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E1E3BD-205C-8406-D310-11C88D9EC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FF0804-7FAC-02B1-CA6D-4AA1F6688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DABB7-47D6-485F-8E44-63AB6E4D6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04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29CF77F8-0D00-F47F-D251-0A04596C8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702" y="4200467"/>
            <a:ext cx="3046902" cy="263026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8F25EF9-6036-9630-DF01-058003ABD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103" y="4173196"/>
            <a:ext cx="3268296" cy="268480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54DCCB7-AC42-48A2-8571-48145DD25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5666" y="4160229"/>
            <a:ext cx="3046902" cy="257325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9270562-6D62-AF4E-F871-9D68D1158E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744" y="231020"/>
            <a:ext cx="2973860" cy="25738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350E2DF-2D42-A2A9-EA2C-8F5F35F161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31020"/>
            <a:ext cx="3046902" cy="25738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5F5F279-A79B-B4A7-FE3C-8A48674AA7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967" y="187059"/>
            <a:ext cx="3085601" cy="266881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4BC9FEE-AE2C-EB7C-0E07-21A505DFAA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060" y="330201"/>
            <a:ext cx="2800507" cy="25146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750AD44-ED71-90BC-4375-4F701A672F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05193"/>
            <a:ext cx="2935567" cy="254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443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583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02F9054C-2E6D-5FE2-40FA-6575222D16DE}"/>
              </a:ext>
            </a:extLst>
          </p:cNvPr>
          <p:cNvGrpSpPr/>
          <p:nvPr/>
        </p:nvGrpSpPr>
        <p:grpSpPr>
          <a:xfrm>
            <a:off x="2119429" y="373515"/>
            <a:ext cx="7953141" cy="5718384"/>
            <a:chOff x="2119430" y="414866"/>
            <a:chExt cx="7953141" cy="5718384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A64B0D80-9332-DF79-A7C2-C5FBA58E0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3771" y="3220718"/>
              <a:ext cx="4368798" cy="2912532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C78F3C4-E6D4-FC98-FFA6-5F9C9E450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3771" y="414866"/>
              <a:ext cx="4368800" cy="2912533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C6D2DAB2-B152-6FE0-B21E-7DEDA3877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9430" y="3220718"/>
              <a:ext cx="4368798" cy="2912532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53BBC87E-DBF6-99F1-85DD-323DFBC91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9430" y="414866"/>
              <a:ext cx="4368798" cy="2912532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4DC2833-52F9-C44B-0069-D85D5B16B3D5}"/>
              </a:ext>
            </a:extLst>
          </p:cNvPr>
          <p:cNvSpPr txBox="1"/>
          <p:nvPr/>
        </p:nvSpPr>
        <p:spPr>
          <a:xfrm>
            <a:off x="3080395" y="3082218"/>
            <a:ext cx="2446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Optimal vaccine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21BBB9-69A5-13CD-AFED-D8C61845EDF7}"/>
              </a:ext>
            </a:extLst>
          </p:cNvPr>
          <p:cNvSpPr txBox="1"/>
          <p:nvPr/>
        </p:nvSpPr>
        <p:spPr>
          <a:xfrm>
            <a:off x="6664736" y="3082218"/>
            <a:ext cx="2446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Sinovac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606946-6DA1-9523-0215-0169C4E3F373}"/>
              </a:ext>
            </a:extLst>
          </p:cNvPr>
          <p:cNvSpPr txBox="1"/>
          <p:nvPr/>
        </p:nvSpPr>
        <p:spPr>
          <a:xfrm>
            <a:off x="3080395" y="5888070"/>
            <a:ext cx="2446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Sinopharm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DE138D-775F-5D82-C693-5ACDC9E0278A}"/>
              </a:ext>
            </a:extLst>
          </p:cNvPr>
          <p:cNvSpPr txBox="1"/>
          <p:nvPr/>
        </p:nvSpPr>
        <p:spPr>
          <a:xfrm>
            <a:off x="6664736" y="5888069"/>
            <a:ext cx="2446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Pfizer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56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1413</TotalTime>
  <Words>17</Words>
  <Application>Microsoft Office PowerPoint</Application>
  <PresentationFormat>宽屏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 Finley</dc:creator>
  <cp:lastModifiedBy>Yu Finley</cp:lastModifiedBy>
  <cp:revision>9</cp:revision>
  <dcterms:created xsi:type="dcterms:W3CDTF">2023-02-10T02:35:11Z</dcterms:created>
  <dcterms:modified xsi:type="dcterms:W3CDTF">2023-03-22T03:46:02Z</dcterms:modified>
</cp:coreProperties>
</file>